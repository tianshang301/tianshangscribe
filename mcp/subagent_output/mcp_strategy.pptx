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MCP Integration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latin typeface="Calibri"/>
              </a:rPr>
              <a:t>TianshangScribe + MCP = Agent-Native Document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Current document workflows require manual intervention. Agents cannot reliably create, edit, or convert Office documents. This creates a bottleneck in automated reporting pipelines.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Solution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TianshangScribe MCP Server bridges the gap between AI Agents and Office formats. Agents use JSON-RPC via stdio to create, edit, and convert documents \u2014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latin typeface="Calibri"/>
              </a:rPr>
              <a:t>zero external dependencies.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m:oMath xmlns:m="http://schemas.openxmlformats.org/officeDocument/2006/math">
              <m:r>
                <m:rPr>
                  <m:nor m:val="1"/>
                  <m:sty m:val="p"/>
                </m:rPr>
                <m:t xml:space="preserve">Agent</m:t>
              </m:r>
              <m:r>
                <m:t xml:space="preserve">\xrightarrow</m:t>
                <m:t xml:space="preserve">{</m:t>
              </m:r>
              <m:r>
                <m:rPr>
                  <m:nor m:val="1"/>
                  <m:sty m:val="p"/>
                </m:rPr>
                <m:t xml:space="preserve">JSON-RPC</m:t>
              </m:r>
              <m:r>
                <m:t xml:space="preserve">}</m:t>
              </m:r>
              <m:r>
                <m:rPr>
                  <m:nor m:val="1"/>
                  <m:sty m:val="p"/>
                </m:rPr>
                <m:t xml:space="preserve">MCP</m:t>
                <m:t xml:space="preserve">Server</m:t>
              </m:r>
              <m:r>
                <m:t xml:space="preserve">\xrightarrow</m:t>
                <m:t xml:space="preserve">{</m:t>
              </m:r>
              <m:r>
                <m:rPr>
                  <m:nor m:val="1"/>
                  <m:sty m:val="p"/>
                </m:rPr>
                <m:t xml:space="preserve">OOML</m:t>
              </m:r>
              <m:r>
                <m:t xml:space="preserve">}</m:t>
              </m:r>
              <m:r>
                <m:rPr>
                  <m:nor m:val="1"/>
                  <m:sty m:val="p"/>
                </m:rPr>
                <m:t xml:space="preserve">Office</m:t>
                <m:t xml:space="preserve">Document</m:t>
              </m:r>
            </m:oMath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Integration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latin typeface="Calibri"/>
              </a:rPr>
              <a:t>Claude 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 Direct MCP client integration via config 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latin typeface="Calibri"/>
              </a:rPr>
              <a:t>Cursor IDE: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 MCP tools exposed to AI assistant.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latin typeface="Calibri"/>
              </a:rPr>
              <a:t>Custom Agents: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 stdio JSON-RPC, easy to embed.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latin typeface="Calibri"/>
              </a:rPr>
              <a:t>Coze/Dify: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 Planned SSE support for cloud agents.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Performance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&lt;2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} \centering{Supported formats: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}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99.7%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Q3: Launch SSE transport, Coze plugin marketplace.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libri"/>
              </a:rPr>
              <a:t> Q4: Multi-language template support, real-time collaboration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